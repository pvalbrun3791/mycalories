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7" d="100"/>
          <a:sy n="57" d="100"/>
        </p:scale>
        <p:origin x="6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line Valbrun" userId="b59889633a0070c4" providerId="LiveId" clId="{32E8FB7D-81A6-4C6D-9C1E-82C6910D6A6C}"/>
    <pc:docChg chg="modSld">
      <pc:chgData name="Perline Valbrun" userId="b59889633a0070c4" providerId="LiveId" clId="{32E8FB7D-81A6-4C6D-9C1E-82C6910D6A6C}" dt="2025-07-05T16:43:32.491" v="52" actId="1076"/>
      <pc:docMkLst>
        <pc:docMk/>
      </pc:docMkLst>
      <pc:sldChg chg="addSp modSp mod">
        <pc:chgData name="Perline Valbrun" userId="b59889633a0070c4" providerId="LiveId" clId="{32E8FB7D-81A6-4C6D-9C1E-82C6910D6A6C}" dt="2025-07-05T16:43:32.491" v="52" actId="1076"/>
        <pc:sldMkLst>
          <pc:docMk/>
          <pc:sldMk cId="2750657025" sldId="256"/>
        </pc:sldMkLst>
        <pc:spChg chg="mod">
          <ac:chgData name="Perline Valbrun" userId="b59889633a0070c4" providerId="LiveId" clId="{32E8FB7D-81A6-4C6D-9C1E-82C6910D6A6C}" dt="2025-07-05T16:40:33.033" v="38" actId="1076"/>
          <ac:spMkLst>
            <pc:docMk/>
            <pc:sldMk cId="2750657025" sldId="256"/>
            <ac:spMk id="5" creationId="{91F06C81-FBA0-49C4-3183-FBD030726197}"/>
          </ac:spMkLst>
        </pc:spChg>
        <pc:spChg chg="mod">
          <ac:chgData name="Perline Valbrun" userId="b59889633a0070c4" providerId="LiveId" clId="{32E8FB7D-81A6-4C6D-9C1E-82C6910D6A6C}" dt="2025-07-05T16:40:42.780" v="39" actId="1076"/>
          <ac:spMkLst>
            <pc:docMk/>
            <pc:sldMk cId="2750657025" sldId="256"/>
            <ac:spMk id="6" creationId="{D8314141-A021-4D45-07C5-5B378A83039A}"/>
          </ac:spMkLst>
        </pc:spChg>
        <pc:spChg chg="mod">
          <ac:chgData name="Perline Valbrun" userId="b59889633a0070c4" providerId="LiveId" clId="{32E8FB7D-81A6-4C6D-9C1E-82C6910D6A6C}" dt="2025-07-05T16:40:49.682" v="40" actId="1076"/>
          <ac:spMkLst>
            <pc:docMk/>
            <pc:sldMk cId="2750657025" sldId="256"/>
            <ac:spMk id="7" creationId="{A305D14A-FCFE-1CCB-5F74-BAA4919C38B8}"/>
          </ac:spMkLst>
        </pc:spChg>
        <pc:spChg chg="mod">
          <ac:chgData name="Perline Valbrun" userId="b59889633a0070c4" providerId="LiveId" clId="{32E8FB7D-81A6-4C6D-9C1E-82C6910D6A6C}" dt="2025-07-05T16:41:05.158" v="43" actId="1076"/>
          <ac:spMkLst>
            <pc:docMk/>
            <pc:sldMk cId="2750657025" sldId="256"/>
            <ac:spMk id="8" creationId="{7EEEC151-1E15-ED63-4D8F-1601F713FBE2}"/>
          </ac:spMkLst>
        </pc:spChg>
        <pc:cxnChg chg="add mod">
          <ac:chgData name="Perline Valbrun" userId="b59889633a0070c4" providerId="LiveId" clId="{32E8FB7D-81A6-4C6D-9C1E-82C6910D6A6C}" dt="2025-07-05T16:42:08.370" v="45" actId="14100"/>
          <ac:cxnSpMkLst>
            <pc:docMk/>
            <pc:sldMk cId="2750657025" sldId="256"/>
            <ac:cxnSpMk id="10" creationId="{89FE87B8-1AF2-78FD-6F88-EB3B9BC4E535}"/>
          </ac:cxnSpMkLst>
        </pc:cxnChg>
        <pc:cxnChg chg="add">
          <ac:chgData name="Perline Valbrun" userId="b59889633a0070c4" providerId="LiveId" clId="{32E8FB7D-81A6-4C6D-9C1E-82C6910D6A6C}" dt="2025-07-05T16:42:32.622" v="46" actId="11529"/>
          <ac:cxnSpMkLst>
            <pc:docMk/>
            <pc:sldMk cId="2750657025" sldId="256"/>
            <ac:cxnSpMk id="13" creationId="{3661BADA-CB10-F7AE-B41A-2B0205221F7C}"/>
          </ac:cxnSpMkLst>
        </pc:cxnChg>
        <pc:cxnChg chg="add">
          <ac:chgData name="Perline Valbrun" userId="b59889633a0070c4" providerId="LiveId" clId="{32E8FB7D-81A6-4C6D-9C1E-82C6910D6A6C}" dt="2025-07-05T16:42:47.796" v="47" actId="11529"/>
          <ac:cxnSpMkLst>
            <pc:docMk/>
            <pc:sldMk cId="2750657025" sldId="256"/>
            <ac:cxnSpMk id="15" creationId="{DDE1F68F-5503-917E-0CE6-123DA3F4FDED}"/>
          </ac:cxnSpMkLst>
        </pc:cxnChg>
        <pc:cxnChg chg="add">
          <ac:chgData name="Perline Valbrun" userId="b59889633a0070c4" providerId="LiveId" clId="{32E8FB7D-81A6-4C6D-9C1E-82C6910D6A6C}" dt="2025-07-05T16:42:59.343" v="48" actId="11529"/>
          <ac:cxnSpMkLst>
            <pc:docMk/>
            <pc:sldMk cId="2750657025" sldId="256"/>
            <ac:cxnSpMk id="17" creationId="{3D6E8C77-50D1-D447-9F37-2AF2F65215D8}"/>
          </ac:cxnSpMkLst>
        </pc:cxnChg>
        <pc:cxnChg chg="add">
          <ac:chgData name="Perline Valbrun" userId="b59889633a0070c4" providerId="LiveId" clId="{32E8FB7D-81A6-4C6D-9C1E-82C6910D6A6C}" dt="2025-07-05T16:43:10.558" v="49" actId="11529"/>
          <ac:cxnSpMkLst>
            <pc:docMk/>
            <pc:sldMk cId="2750657025" sldId="256"/>
            <ac:cxnSpMk id="19" creationId="{F37126FE-F189-8048-D148-9DF08C1B4850}"/>
          </ac:cxnSpMkLst>
        </pc:cxnChg>
        <pc:cxnChg chg="add">
          <ac:chgData name="Perline Valbrun" userId="b59889633a0070c4" providerId="LiveId" clId="{32E8FB7D-81A6-4C6D-9C1E-82C6910D6A6C}" dt="2025-07-05T16:43:19.948" v="50" actId="11529"/>
          <ac:cxnSpMkLst>
            <pc:docMk/>
            <pc:sldMk cId="2750657025" sldId="256"/>
            <ac:cxnSpMk id="21" creationId="{FDEA7EAE-9635-16D9-C92A-1F73CFE685FC}"/>
          </ac:cxnSpMkLst>
        </pc:cxnChg>
        <pc:cxnChg chg="add mod">
          <ac:chgData name="Perline Valbrun" userId="b59889633a0070c4" providerId="LiveId" clId="{32E8FB7D-81A6-4C6D-9C1E-82C6910D6A6C}" dt="2025-07-05T16:43:32.491" v="52" actId="1076"/>
          <ac:cxnSpMkLst>
            <pc:docMk/>
            <pc:sldMk cId="2750657025" sldId="256"/>
            <ac:cxnSpMk id="23" creationId="{4D9B9954-DB45-75E5-9472-0D06364069A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9B08-18C1-3378-5DDA-54A7D92C7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74CCB3-2399-433A-BD03-F2DCC19C9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7FC42-33F4-1B1E-CD6D-CB74199A5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1FD5-2817-462F-876E-8A9433124B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91FC2-0A25-EDBC-844F-5C910459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0342F-7C8C-F9EB-267C-02F3F789A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C8B3-731C-4A9B-8ED1-C8AB46CF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6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0724-2809-8250-521F-BC061E3E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17FC8-23C7-AB6B-EFC9-65A9EFAEE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0383D-219E-2497-E87D-ED1B2C51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1FD5-2817-462F-876E-8A9433124B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C4459-6ED5-12AC-30B3-E2A6F3BB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8606-1D10-2CA8-788D-F241584A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C8B3-731C-4A9B-8ED1-C8AB46CF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9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1E842-506D-8C60-72E9-5E646D037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EBC02-5F1A-78E4-4A94-63D3C8266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8075F-4838-E730-2C1B-11EDA4254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1FD5-2817-462F-876E-8A9433124B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9F434-09F3-3861-D230-FECB67737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F63A8-68E1-C51C-B115-BB2FB70A9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C8B3-731C-4A9B-8ED1-C8AB46CF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5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335D-7186-E054-F04C-F900CFE15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52C9B-A1F0-3E1E-6746-D6D0CE9F1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4D8A4-36E4-BE3C-0C07-4F1FFF28B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B113A-210E-4E84-F991-0A30A834B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1FD5-2817-462F-876E-8A9433124B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C07B9-1976-5B63-5659-586FFF13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88BB-5D58-2C60-19E2-D8023E8B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C8B3-731C-4A9B-8ED1-C8AB46CF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6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36478-0ADB-142D-AC34-429863B8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335D6-B3F8-320F-8A96-16D84D554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3000A-1E03-C329-598C-9FB9A8F97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6D3FF-959C-3B75-4F90-B9CDF57D2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568414-9F7B-CC85-E552-9EFA32D23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C34102-2318-D5CA-A82D-88F68A31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1FD5-2817-462F-876E-8A9433124B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B991E1-6A91-9D9D-D162-721654A0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098BEF-D853-2297-8E32-A32D3E7C1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C8B3-731C-4A9B-8ED1-C8AB46CF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3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E26D1-0426-7764-E8F6-209CD2C9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06A65B-12FF-919E-97E1-F9B2EF013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1FD5-2817-462F-876E-8A9433124B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730E9-CE63-339A-062C-29547A71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54E84-00A9-E44E-26F9-E9959008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C8B3-731C-4A9B-8ED1-C8AB46CF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44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0A2109-20B6-DB48-4206-F8DC60B5F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1FD5-2817-462F-876E-8A9433124B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F29BA-3C25-C824-C28A-B5177B76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D088D-6940-D35C-04AC-671ADA19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C8B3-731C-4A9B-8ED1-C8AB46CF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02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561C9-CA0C-B6C6-1D30-EA4C849F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FBF96-5E28-71EE-3151-93626280B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1D1F7-B529-F26B-BD84-44A39B7B5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84AE-272D-B1FA-E965-3BC15207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1FD5-2817-462F-876E-8A9433124B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A3D5A-8639-A7EB-B324-E80915A2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E5DE9-1458-BA55-2F48-9D09F45C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C8B3-731C-4A9B-8ED1-C8AB46CF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53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8E05-C6C6-5AD2-860C-CAC7D188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1DB88D-68EB-B343-CCC2-727C246D3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907EC-C418-A2CF-87EF-45644C6A8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9C98D-3F12-1740-68EC-0F7F31AC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1FD5-2817-462F-876E-8A9433124B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6EC3C-4D9E-7C91-98D0-ED23BE5A5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8C28E-30D0-AE3E-29AC-C80411C14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C8B3-731C-4A9B-8ED1-C8AB46CF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65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CB13-9444-235C-2693-FD91D1C4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F2970-3B7D-C906-1E72-A2DA71678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B8FBD-794F-E801-6762-71364AAEF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1FD5-2817-462F-876E-8A9433124B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AB369-B32D-FB70-6010-A56D2050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A9FD-9131-4E95-A5B8-56A8C3195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C8B3-731C-4A9B-8ED1-C8AB46CF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82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4C274-DDC7-27D9-5DF5-E8374B44F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26ABE-23DA-F183-89A0-85E51842C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2DE5F-0E4E-6C96-341D-96981537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1FD5-2817-462F-876E-8A9433124B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B033C-55C4-DDBC-3A7C-C6751627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7A84-F608-7292-1AB0-151C8A16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2C8B3-731C-4A9B-8ED1-C8AB46CF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5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499FF8-8CE6-AEC8-3761-DBA84CABE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E08A4-1105-810C-4C73-9AC600DC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6D160-7D6E-F928-C45B-C1A8C066D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871FD5-2817-462F-876E-8A9433124BE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55FEB-4AE7-27F7-C0EC-5E3C23953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9366A-9B44-FCAF-9698-5ECEBC5A2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2C8B3-731C-4A9B-8ED1-C8AB46CF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1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759865-FD85-25A2-7649-F6A58C732CBA}"/>
              </a:ext>
            </a:extLst>
          </p:cNvPr>
          <p:cNvSpPr txBox="1"/>
          <p:nvPr/>
        </p:nvSpPr>
        <p:spPr>
          <a:xfrm>
            <a:off x="5351929" y="147918"/>
            <a:ext cx="21246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Navigation Bar</a:t>
            </a:r>
          </a:p>
          <a:p>
            <a:endParaRPr lang="en-US" dirty="0"/>
          </a:p>
          <a:p>
            <a:r>
              <a:rPr lang="en-US" dirty="0"/>
              <a:t>Index.html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06C81-FBA0-49C4-3183-FBD030726197}"/>
              </a:ext>
            </a:extLst>
          </p:cNvPr>
          <p:cNvSpPr txBox="1"/>
          <p:nvPr/>
        </p:nvSpPr>
        <p:spPr>
          <a:xfrm>
            <a:off x="369794" y="2947574"/>
            <a:ext cx="17077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Contact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Email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Message </a:t>
            </a:r>
          </a:p>
          <a:p>
            <a:endParaRPr lang="en-US" dirty="0"/>
          </a:p>
          <a:p>
            <a:r>
              <a:rPr lang="en-US" dirty="0"/>
              <a:t>Contact.html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14141-A021-4D45-07C5-5B378A83039A}"/>
              </a:ext>
            </a:extLst>
          </p:cNvPr>
          <p:cNvSpPr txBox="1"/>
          <p:nvPr/>
        </p:nvSpPr>
        <p:spPr>
          <a:xfrm>
            <a:off x="2848286" y="2947574"/>
            <a:ext cx="20036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Home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home.html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5D14A-FCFE-1CCB-5F74-BAA4919C38B8}"/>
              </a:ext>
            </a:extLst>
          </p:cNvPr>
          <p:cNvSpPr txBox="1"/>
          <p:nvPr/>
        </p:nvSpPr>
        <p:spPr>
          <a:xfrm>
            <a:off x="5935631" y="2924432"/>
            <a:ext cx="20036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Studies show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Self-discovery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About.html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EEC151-1E15-ED63-4D8F-1601F713FBE2}"/>
              </a:ext>
            </a:extLst>
          </p:cNvPr>
          <p:cNvSpPr txBox="1"/>
          <p:nvPr/>
        </p:nvSpPr>
        <p:spPr>
          <a:xfrm>
            <a:off x="8938309" y="2924432"/>
            <a:ext cx="20036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Donations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Boys and Girls Club of America</a:t>
            </a:r>
          </a:p>
          <a:p>
            <a:r>
              <a:rPr lang="en-US" dirty="0"/>
              <a:t>donate.html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FE87B8-1AF2-78FD-6F88-EB3B9BC4E535}"/>
              </a:ext>
            </a:extLst>
          </p:cNvPr>
          <p:cNvCxnSpPr>
            <a:cxnSpLocks/>
          </p:cNvCxnSpPr>
          <p:nvPr/>
        </p:nvCxnSpPr>
        <p:spPr>
          <a:xfrm>
            <a:off x="5935631" y="2179243"/>
            <a:ext cx="0" cy="2430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61BADA-CB10-F7AE-B41A-2B0205221F7C}"/>
              </a:ext>
            </a:extLst>
          </p:cNvPr>
          <p:cNvCxnSpPr/>
          <p:nvPr/>
        </p:nvCxnSpPr>
        <p:spPr>
          <a:xfrm flipH="1">
            <a:off x="880533" y="2404533"/>
            <a:ext cx="50550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DE1F68F-5503-917E-0CE6-123DA3F4FDED}"/>
              </a:ext>
            </a:extLst>
          </p:cNvPr>
          <p:cNvCxnSpPr/>
          <p:nvPr/>
        </p:nvCxnSpPr>
        <p:spPr>
          <a:xfrm>
            <a:off x="5935631" y="2422259"/>
            <a:ext cx="37079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D6E8C77-50D1-D447-9F37-2AF2F65215D8}"/>
              </a:ext>
            </a:extLst>
          </p:cNvPr>
          <p:cNvCxnSpPr/>
          <p:nvPr/>
        </p:nvCxnSpPr>
        <p:spPr>
          <a:xfrm>
            <a:off x="880533" y="2422259"/>
            <a:ext cx="0" cy="502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37126FE-F189-8048-D148-9DF08C1B4850}"/>
              </a:ext>
            </a:extLst>
          </p:cNvPr>
          <p:cNvCxnSpPr/>
          <p:nvPr/>
        </p:nvCxnSpPr>
        <p:spPr>
          <a:xfrm>
            <a:off x="3471333" y="2404533"/>
            <a:ext cx="0" cy="519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EA7EAE-9635-16D9-C92A-1F73CFE685FC}"/>
              </a:ext>
            </a:extLst>
          </p:cNvPr>
          <p:cNvCxnSpPr/>
          <p:nvPr/>
        </p:nvCxnSpPr>
        <p:spPr>
          <a:xfrm>
            <a:off x="6414247" y="2422259"/>
            <a:ext cx="0" cy="525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9B9954-DB45-75E5-9472-0D06364069A1}"/>
              </a:ext>
            </a:extLst>
          </p:cNvPr>
          <p:cNvCxnSpPr/>
          <p:nvPr/>
        </p:nvCxnSpPr>
        <p:spPr>
          <a:xfrm>
            <a:off x="9643533" y="2422259"/>
            <a:ext cx="0" cy="502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657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Perline Valbrun</dc:creator>
  <cp:lastModifiedBy>Perline Valbrun</cp:lastModifiedBy>
  <cp:revision>3</cp:revision>
  <dcterms:created xsi:type="dcterms:W3CDTF">2025-07-05T16:21:36Z</dcterms:created>
  <dcterms:modified xsi:type="dcterms:W3CDTF">2025-11-08T18:07:15Z</dcterms:modified>
</cp:coreProperties>
</file>